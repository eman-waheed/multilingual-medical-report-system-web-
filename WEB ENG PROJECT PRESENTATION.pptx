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dal" charset="1" panose="02000503000000020004"/>
      <p:regular r:id="rId18"/>
    </p:embeddedFont>
    <p:embeddedFont>
      <p:font typeface="Glacial Indifference Bold" charset="1" panose="00000800000000000000"/>
      <p:regular r:id="rId19"/>
    </p:embeddedFont>
    <p:embeddedFont>
      <p:font typeface="Glacial Indifference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2110" y="5506886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4929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48490" y="-2973269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1359" y="2968657"/>
            <a:ext cx="15758975" cy="69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517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MULTILINGUAL MEDICAL REPORT SYSTEM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36144" y="-195501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154275" y="6537340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4425559" y="4425558"/>
                </a:moveTo>
                <a:lnTo>
                  <a:pt x="0" y="4425558"/>
                </a:lnTo>
                <a:lnTo>
                  <a:pt x="0" y="0"/>
                </a:lnTo>
                <a:lnTo>
                  <a:pt x="4425559" y="0"/>
                </a:lnTo>
                <a:lnTo>
                  <a:pt x="4425559" y="44255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5233" y="8131414"/>
            <a:ext cx="7315200" cy="1923288"/>
          </a:xfrm>
          <a:custGeom>
            <a:avLst/>
            <a:gdLst/>
            <a:ahLst/>
            <a:cxnLst/>
            <a:rect r="r" b="b" t="t" l="l"/>
            <a:pathLst>
              <a:path h="1923288" w="7315200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8211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7352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76953" y="4153857"/>
            <a:ext cx="6708306" cy="12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2"/>
              </a:lnSpc>
            </a:pPr>
            <a:r>
              <a:rPr lang="en-US" sz="3816" b="true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GROUP MEMBER:</a:t>
            </a:r>
          </a:p>
          <a:p>
            <a:pPr algn="ctr">
              <a:lnSpc>
                <a:spcPts val="450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546978" y="5340891"/>
            <a:ext cx="4768255" cy="199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601" indent="-311800" lvl="1">
              <a:lnSpc>
                <a:spcPts val="4043"/>
              </a:lnSpc>
              <a:buFont typeface="Arial"/>
              <a:buChar char="•"/>
            </a:pPr>
            <a:r>
              <a:rPr lang="en-US" sz="2888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EMAN WAHEED(027)</a:t>
            </a:r>
          </a:p>
          <a:p>
            <a:pPr algn="l" marL="623601" indent="-311800" lvl="1">
              <a:lnSpc>
                <a:spcPts val="4043"/>
              </a:lnSpc>
              <a:buFont typeface="Arial"/>
              <a:buChar char="•"/>
            </a:pPr>
            <a:r>
              <a:rPr lang="en-US" sz="2888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LAIBA RANI(053)</a:t>
            </a:r>
          </a:p>
          <a:p>
            <a:pPr algn="l" marL="623601" indent="-311800" lvl="1">
              <a:lnSpc>
                <a:spcPts val="4043"/>
              </a:lnSpc>
              <a:buFont typeface="Arial"/>
              <a:buChar char="•"/>
            </a:pPr>
            <a:r>
              <a:rPr lang="en-US" sz="2888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ZAINAB SALEEM(093)</a:t>
            </a:r>
          </a:p>
          <a:p>
            <a:pPr algn="l" marL="623601" indent="-311800" lvl="1">
              <a:lnSpc>
                <a:spcPts val="4043"/>
              </a:lnSpc>
              <a:buFont typeface="Arial"/>
              <a:buChar char="•"/>
            </a:pPr>
            <a:r>
              <a:rPr lang="en-US" sz="2888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SANIA ARSHAD(098)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259" y="5536331"/>
            <a:ext cx="2386734" cy="2386734"/>
          </a:xfrm>
          <a:custGeom>
            <a:avLst/>
            <a:gdLst/>
            <a:ahLst/>
            <a:cxnLst/>
            <a:rect r="r" b="b" t="t" l="l"/>
            <a:pathLst>
              <a:path h="2386734" w="2386734">
                <a:moveTo>
                  <a:pt x="0" y="0"/>
                </a:moveTo>
                <a:lnTo>
                  <a:pt x="2386733" y="0"/>
                </a:lnTo>
                <a:lnTo>
                  <a:pt x="2386733" y="2386734"/>
                </a:lnTo>
                <a:lnTo>
                  <a:pt x="0" y="2386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84393" y="6233632"/>
            <a:ext cx="8106736" cy="8106736"/>
          </a:xfrm>
          <a:custGeom>
            <a:avLst/>
            <a:gdLst/>
            <a:ahLst/>
            <a:cxnLst/>
            <a:rect r="r" b="b" t="t" l="l"/>
            <a:pathLst>
              <a:path h="8106736" w="8106736">
                <a:moveTo>
                  <a:pt x="0" y="0"/>
                </a:moveTo>
                <a:lnTo>
                  <a:pt x="8106737" y="0"/>
                </a:lnTo>
                <a:lnTo>
                  <a:pt x="8106737" y="8106736"/>
                </a:lnTo>
                <a:lnTo>
                  <a:pt x="0" y="810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04062" y="7410583"/>
            <a:ext cx="6067399" cy="4114800"/>
          </a:xfrm>
          <a:custGeom>
            <a:avLst/>
            <a:gdLst/>
            <a:ahLst/>
            <a:cxnLst/>
            <a:rect r="r" b="b" t="t" l="l"/>
            <a:pathLst>
              <a:path h="4114800" w="6067399">
                <a:moveTo>
                  <a:pt x="0" y="0"/>
                </a:moveTo>
                <a:lnTo>
                  <a:pt x="6067399" y="0"/>
                </a:lnTo>
                <a:lnTo>
                  <a:pt x="60673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29427" y="-1522231"/>
            <a:ext cx="5516254" cy="5516254"/>
          </a:xfrm>
          <a:custGeom>
            <a:avLst/>
            <a:gdLst/>
            <a:ahLst/>
            <a:cxnLst/>
            <a:rect r="r" b="b" t="t" l="l"/>
            <a:pathLst>
              <a:path h="5516254" w="5516254">
                <a:moveTo>
                  <a:pt x="0" y="0"/>
                </a:moveTo>
                <a:lnTo>
                  <a:pt x="5516254" y="0"/>
                </a:lnTo>
                <a:lnTo>
                  <a:pt x="5516254" y="5516254"/>
                </a:lnTo>
                <a:lnTo>
                  <a:pt x="0" y="5516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561257" y="-1028700"/>
            <a:ext cx="6251768" cy="4114800"/>
          </a:xfrm>
          <a:custGeom>
            <a:avLst/>
            <a:gdLst/>
            <a:ahLst/>
            <a:cxnLst/>
            <a:rect r="r" b="b" t="t" l="l"/>
            <a:pathLst>
              <a:path h="4114800" w="6251768">
                <a:moveTo>
                  <a:pt x="0" y="4114800"/>
                </a:moveTo>
                <a:lnTo>
                  <a:pt x="6251768" y="4114800"/>
                </a:lnTo>
                <a:lnTo>
                  <a:pt x="62517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9259" y="244257"/>
            <a:ext cx="2386734" cy="2386734"/>
          </a:xfrm>
          <a:custGeom>
            <a:avLst/>
            <a:gdLst/>
            <a:ahLst/>
            <a:cxnLst/>
            <a:rect r="r" b="b" t="t" l="l"/>
            <a:pathLst>
              <a:path h="2386734" w="2386734">
                <a:moveTo>
                  <a:pt x="0" y="0"/>
                </a:moveTo>
                <a:lnTo>
                  <a:pt x="2386733" y="0"/>
                </a:lnTo>
                <a:lnTo>
                  <a:pt x="2386733" y="2386733"/>
                </a:lnTo>
                <a:lnTo>
                  <a:pt x="0" y="2386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97745" y="1054921"/>
            <a:ext cx="9092509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Overview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819259" y="2892422"/>
            <a:ext cx="2386734" cy="2386734"/>
          </a:xfrm>
          <a:custGeom>
            <a:avLst/>
            <a:gdLst/>
            <a:ahLst/>
            <a:cxnLst/>
            <a:rect r="r" b="b" t="t" l="l"/>
            <a:pathLst>
              <a:path h="2386734" w="2386734">
                <a:moveTo>
                  <a:pt x="0" y="0"/>
                </a:moveTo>
                <a:lnTo>
                  <a:pt x="2386733" y="0"/>
                </a:lnTo>
                <a:lnTo>
                  <a:pt x="2386733" y="2386734"/>
                </a:lnTo>
                <a:lnTo>
                  <a:pt x="0" y="2386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4181" y="3131325"/>
            <a:ext cx="14518397" cy="585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7655" indent="-328828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Multilingual Medical Report System is a web-based application developed to manage and translate medical reports.</a:t>
            </a:r>
          </a:p>
          <a:p>
            <a:pPr algn="just" marL="657655" indent="-328828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allows patients, doctors, and administrators to interact with medical data securely.</a:t>
            </a:r>
          </a:p>
          <a:p>
            <a:pPr algn="just" marL="657655" indent="-328828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system supports multiple languages, making medical information easier to understand for users from different linguistic backgrounds.</a:t>
            </a:r>
          </a:p>
          <a:p>
            <a:pPr algn="just" marL="657655" indent="-328828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Users can register, log in, upload medical reports, translate reports, and share them securely.</a:t>
            </a:r>
          </a:p>
          <a:p>
            <a:pPr algn="just" marL="657655" indent="-328828" lvl="1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backend is developed using PHP, with database management </a:t>
            </a:r>
          </a:p>
          <a:p>
            <a:pPr algn="just">
              <a:lnSpc>
                <a:spcPts val="4264"/>
              </a:lnSpc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through PHPMyAdmin, ensuring reliable connectivity and data storage.</a:t>
            </a:r>
          </a:p>
          <a:p>
            <a:pPr algn="just">
              <a:lnSpc>
                <a:spcPts val="426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8867" y="-2561505"/>
            <a:ext cx="5513578" cy="5513578"/>
          </a:xfrm>
          <a:custGeom>
            <a:avLst/>
            <a:gdLst/>
            <a:ahLst/>
            <a:cxnLst/>
            <a:rect r="r" b="b" t="t" l="l"/>
            <a:pathLst>
              <a:path h="5513578" w="5513578">
                <a:moveTo>
                  <a:pt x="0" y="0"/>
                </a:moveTo>
                <a:lnTo>
                  <a:pt x="5513577" y="0"/>
                </a:lnTo>
                <a:lnTo>
                  <a:pt x="5513577" y="5513578"/>
                </a:lnTo>
                <a:lnTo>
                  <a:pt x="0" y="5513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713449" y="758281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3657600"/>
                </a:moveTo>
                <a:lnTo>
                  <a:pt x="7315200" y="3657600"/>
                </a:lnTo>
                <a:lnTo>
                  <a:pt x="7315200" y="0"/>
                </a:lnTo>
                <a:lnTo>
                  <a:pt x="0" y="0"/>
                </a:lnTo>
                <a:lnTo>
                  <a:pt x="0" y="36576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4637" y="9411617"/>
            <a:ext cx="3657600" cy="502920"/>
          </a:xfrm>
          <a:custGeom>
            <a:avLst/>
            <a:gdLst/>
            <a:ahLst/>
            <a:cxnLst/>
            <a:rect r="r" b="b" t="t" l="l"/>
            <a:pathLst>
              <a:path h="502920" w="3657600">
                <a:moveTo>
                  <a:pt x="0" y="0"/>
                </a:moveTo>
                <a:lnTo>
                  <a:pt x="3657600" y="0"/>
                </a:lnTo>
                <a:lnTo>
                  <a:pt x="36576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68255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4933" y="-345714"/>
            <a:ext cx="5083377" cy="1623107"/>
          </a:xfrm>
          <a:custGeom>
            <a:avLst/>
            <a:gdLst/>
            <a:ahLst/>
            <a:cxnLst/>
            <a:rect r="r" b="b" t="t" l="l"/>
            <a:pathLst>
              <a:path h="1623107" w="5083377">
                <a:moveTo>
                  <a:pt x="0" y="0"/>
                </a:moveTo>
                <a:lnTo>
                  <a:pt x="5083377" y="0"/>
                </a:lnTo>
                <a:lnTo>
                  <a:pt x="5083377" y="1623107"/>
                </a:lnTo>
                <a:lnTo>
                  <a:pt x="0" y="1623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15152" y="2425190"/>
            <a:ext cx="10567292" cy="4789837"/>
          </a:xfrm>
          <a:custGeom>
            <a:avLst/>
            <a:gdLst/>
            <a:ahLst/>
            <a:cxnLst/>
            <a:rect r="r" b="b" t="t" l="l"/>
            <a:pathLst>
              <a:path h="4789837" w="10567292">
                <a:moveTo>
                  <a:pt x="0" y="0"/>
                </a:moveTo>
                <a:lnTo>
                  <a:pt x="10567292" y="0"/>
                </a:lnTo>
                <a:lnTo>
                  <a:pt x="10567292" y="4789837"/>
                </a:lnTo>
                <a:lnTo>
                  <a:pt x="0" y="47898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8751" r="-1018" b="-218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77324" y="304303"/>
            <a:ext cx="8365003" cy="97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6"/>
              </a:lnSpc>
            </a:pPr>
            <a:r>
              <a:rPr lang="en-US" sz="572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 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000250"/>
            <a:ext cx="7515152" cy="782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458" indent="-322729" lvl="1">
              <a:lnSpc>
                <a:spcPts val="4185"/>
              </a:lnSpc>
              <a:spcBef>
                <a:spcPct val="0"/>
              </a:spcBef>
              <a:buFont typeface="Arial"/>
              <a:buChar char="•"/>
            </a:pP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project is a web-based system f</a:t>
            </a: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 viewing medical reports.</a:t>
            </a:r>
          </a:p>
          <a:p>
            <a:pPr algn="l" marL="645458" indent="-322729" lvl="1">
              <a:lnSpc>
                <a:spcPts val="4185"/>
              </a:lnSpc>
              <a:spcBef>
                <a:spcPct val="0"/>
              </a:spcBef>
              <a:buFont typeface="Arial"/>
              <a:buChar char="•"/>
            </a:pP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allows users to read their reports in Medical reports are usually written in complex medical terminology</a:t>
            </a:r>
          </a:p>
          <a:p>
            <a:pPr algn="l" marL="645458" indent="-322729" lvl="1">
              <a:lnSpc>
                <a:spcPts val="4185"/>
              </a:lnSpc>
              <a:spcBef>
                <a:spcPct val="0"/>
              </a:spcBef>
              <a:buFont typeface="Arial"/>
              <a:buChar char="•"/>
            </a:pP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Most medical reports are available only in English</a:t>
            </a:r>
          </a:p>
          <a:p>
            <a:pPr algn="l" marL="645458" indent="-322729" lvl="1">
              <a:lnSpc>
                <a:spcPts val="4185"/>
              </a:lnSpc>
              <a:spcBef>
                <a:spcPct val="0"/>
              </a:spcBef>
              <a:buFont typeface="Arial"/>
              <a:buChar char="•"/>
            </a:pP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patients face difficulty understanding their medical condition</a:t>
            </a:r>
          </a:p>
          <a:p>
            <a:pPr algn="l" marL="645458" indent="-322729" lvl="1">
              <a:lnSpc>
                <a:spcPts val="4185"/>
              </a:lnSpc>
              <a:spcBef>
                <a:spcPct val="0"/>
              </a:spcBef>
              <a:buFont typeface="Arial"/>
              <a:buChar char="•"/>
            </a:pP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Language barriers lead to miscommunication in healthcare</a:t>
            </a:r>
          </a:p>
          <a:p>
            <a:pPr algn="l" marL="645458" indent="-322729" lvl="1">
              <a:lnSpc>
                <a:spcPts val="4185"/>
              </a:lnSpc>
              <a:spcBef>
                <a:spcPct val="0"/>
              </a:spcBef>
              <a:buFont typeface="Arial"/>
              <a:buChar char="•"/>
            </a:pPr>
            <a:r>
              <a:rPr lang="en-US" sz="298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multilingual system is required to improve patient understanding</a:t>
            </a:r>
          </a:p>
          <a:p>
            <a:pPr algn="l">
              <a:lnSpc>
                <a:spcPts val="4185"/>
              </a:lnSpc>
              <a:spcBef>
                <a:spcPct val="0"/>
              </a:spcBef>
            </a:pPr>
          </a:p>
          <a:p>
            <a:pPr algn="l">
              <a:lnSpc>
                <a:spcPts val="41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9550" y="7119153"/>
            <a:ext cx="5115420" cy="5115420"/>
          </a:xfrm>
          <a:custGeom>
            <a:avLst/>
            <a:gdLst/>
            <a:ahLst/>
            <a:cxnLst/>
            <a:rect r="r" b="b" t="t" l="l"/>
            <a:pathLst>
              <a:path h="5115420" w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3022934" y="2418898"/>
            <a:ext cx="9608356" cy="4070449"/>
          </a:xfrm>
          <a:custGeom>
            <a:avLst/>
            <a:gdLst/>
            <a:ahLst/>
            <a:cxnLst/>
            <a:rect r="r" b="b" t="t" l="l"/>
            <a:pathLst>
              <a:path h="4070449" w="9608356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9510" y="-997475"/>
            <a:ext cx="3846149" cy="2692304"/>
          </a:xfrm>
          <a:custGeom>
            <a:avLst/>
            <a:gdLst/>
            <a:ahLst/>
            <a:cxnLst/>
            <a:rect r="r" b="b" t="t" l="l"/>
            <a:pathLst>
              <a:path h="2692304" w="3846149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5306" y="77728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38270" y="1253605"/>
            <a:ext cx="8559438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9"/>
              </a:lnSpc>
            </a:pPr>
            <a:r>
              <a:rPr lang="en-US" sz="93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8314" y="3856818"/>
            <a:ext cx="14435683" cy="391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provide multilingual medical reports</a:t>
            </a:r>
          </a:p>
          <a:p>
            <a:pPr algn="just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reduce language barriers in healthcare</a:t>
            </a:r>
          </a:p>
          <a:p>
            <a:pPr algn="just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improve patient understanding of medical information</a:t>
            </a:r>
          </a:p>
          <a:p>
            <a:pPr algn="just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ensure secure storage of medical data</a:t>
            </a:r>
          </a:p>
          <a:p>
            <a:pPr algn="just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provide easy access to medical reports</a:t>
            </a:r>
          </a:p>
          <a:p>
            <a:pPr algn="just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81714" y="-232679"/>
            <a:ext cx="6629145" cy="3784639"/>
          </a:xfrm>
          <a:custGeom>
            <a:avLst/>
            <a:gdLst/>
            <a:ahLst/>
            <a:cxnLst/>
            <a:rect r="r" b="b" t="t" l="l"/>
            <a:pathLst>
              <a:path h="3784639" w="6629145">
                <a:moveTo>
                  <a:pt x="6629144" y="3784639"/>
                </a:moveTo>
                <a:lnTo>
                  <a:pt x="0" y="3784639"/>
                </a:lnTo>
                <a:lnTo>
                  <a:pt x="0" y="0"/>
                </a:lnTo>
                <a:lnTo>
                  <a:pt x="6629144" y="0"/>
                </a:lnTo>
                <a:lnTo>
                  <a:pt x="6629144" y="37846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6416" y="6387980"/>
            <a:ext cx="7433579" cy="7433579"/>
          </a:xfrm>
          <a:custGeom>
            <a:avLst/>
            <a:gdLst/>
            <a:ahLst/>
            <a:cxnLst/>
            <a:rect r="r" b="b" t="t" l="l"/>
            <a:pathLst>
              <a:path h="7433579" w="7433579">
                <a:moveTo>
                  <a:pt x="0" y="0"/>
                </a:moveTo>
                <a:lnTo>
                  <a:pt x="7433579" y="0"/>
                </a:lnTo>
                <a:lnTo>
                  <a:pt x="7433579" y="7433579"/>
                </a:lnTo>
                <a:lnTo>
                  <a:pt x="0" y="7433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527199" y="7592182"/>
            <a:ext cx="6112013" cy="3056006"/>
          </a:xfrm>
          <a:custGeom>
            <a:avLst/>
            <a:gdLst/>
            <a:ahLst/>
            <a:cxnLst/>
            <a:rect r="r" b="b" t="t" l="l"/>
            <a:pathLst>
              <a:path h="3056006" w="6112013">
                <a:moveTo>
                  <a:pt x="0" y="0"/>
                </a:moveTo>
                <a:lnTo>
                  <a:pt x="6112013" y="0"/>
                </a:lnTo>
                <a:lnTo>
                  <a:pt x="6112013" y="3056006"/>
                </a:lnTo>
                <a:lnTo>
                  <a:pt x="0" y="3056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7553" y="9518165"/>
            <a:ext cx="2806840" cy="385941"/>
          </a:xfrm>
          <a:custGeom>
            <a:avLst/>
            <a:gdLst/>
            <a:ahLst/>
            <a:cxnLst/>
            <a:rect r="r" b="b" t="t" l="l"/>
            <a:pathLst>
              <a:path h="385941" w="2806840">
                <a:moveTo>
                  <a:pt x="0" y="0"/>
                </a:moveTo>
                <a:lnTo>
                  <a:pt x="2806841" y="0"/>
                </a:lnTo>
                <a:lnTo>
                  <a:pt x="2806841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16553" y="9518165"/>
            <a:ext cx="2806840" cy="385941"/>
          </a:xfrm>
          <a:custGeom>
            <a:avLst/>
            <a:gdLst/>
            <a:ahLst/>
            <a:cxnLst/>
            <a:rect r="r" b="b" t="t" l="l"/>
            <a:pathLst>
              <a:path h="385941" w="2806840">
                <a:moveTo>
                  <a:pt x="0" y="0"/>
                </a:moveTo>
                <a:lnTo>
                  <a:pt x="2806841" y="0"/>
                </a:lnTo>
                <a:lnTo>
                  <a:pt x="2806841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95553" y="9518165"/>
            <a:ext cx="2806840" cy="385941"/>
          </a:xfrm>
          <a:custGeom>
            <a:avLst/>
            <a:gdLst/>
            <a:ahLst/>
            <a:cxnLst/>
            <a:rect r="r" b="b" t="t" l="l"/>
            <a:pathLst>
              <a:path h="385941" w="2806840">
                <a:moveTo>
                  <a:pt x="0" y="0"/>
                </a:moveTo>
                <a:lnTo>
                  <a:pt x="2806840" y="0"/>
                </a:lnTo>
                <a:lnTo>
                  <a:pt x="2806840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74553" y="9518165"/>
            <a:ext cx="2806840" cy="385941"/>
          </a:xfrm>
          <a:custGeom>
            <a:avLst/>
            <a:gdLst/>
            <a:ahLst/>
            <a:cxnLst/>
            <a:rect r="r" b="b" t="t" l="l"/>
            <a:pathLst>
              <a:path h="385941" w="2806840">
                <a:moveTo>
                  <a:pt x="0" y="0"/>
                </a:moveTo>
                <a:lnTo>
                  <a:pt x="2806840" y="0"/>
                </a:lnTo>
                <a:lnTo>
                  <a:pt x="2806840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22426" y="8094926"/>
            <a:ext cx="5321560" cy="5321560"/>
          </a:xfrm>
          <a:custGeom>
            <a:avLst/>
            <a:gdLst/>
            <a:ahLst/>
            <a:cxnLst/>
            <a:rect r="r" b="b" t="t" l="l"/>
            <a:pathLst>
              <a:path h="5321560" w="5321560">
                <a:moveTo>
                  <a:pt x="0" y="0"/>
                </a:moveTo>
                <a:lnTo>
                  <a:pt x="5321559" y="0"/>
                </a:lnTo>
                <a:lnTo>
                  <a:pt x="5321559" y="5321559"/>
                </a:lnTo>
                <a:lnTo>
                  <a:pt x="0" y="5321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23423" y="1232375"/>
            <a:ext cx="9157942" cy="101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2"/>
              </a:lnSpc>
            </a:pPr>
            <a:r>
              <a:rPr lang="en-US" sz="598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Technologies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09422" y="3261343"/>
            <a:ext cx="12130262" cy="39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Frontend: HTML, CSS, JavaScript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Backend: PHP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Database: MySQL (PHPMyAdmin)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Server: Localhost / Web Server</a:t>
            </a:r>
          </a:p>
          <a:p>
            <a:pPr algn="just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Tools: VS Code, Browser, Canva</a:t>
            </a:r>
          </a:p>
          <a:p>
            <a:pPr algn="just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21758" y="9258300"/>
            <a:ext cx="4070393" cy="1487544"/>
          </a:xfrm>
          <a:custGeom>
            <a:avLst/>
            <a:gdLst/>
            <a:ahLst/>
            <a:cxnLst/>
            <a:rect r="r" b="b" t="t" l="l"/>
            <a:pathLst>
              <a:path h="1487544" w="4070393">
                <a:moveTo>
                  <a:pt x="0" y="0"/>
                </a:moveTo>
                <a:lnTo>
                  <a:pt x="4070393" y="0"/>
                </a:lnTo>
                <a:lnTo>
                  <a:pt x="4070393" y="1487544"/>
                </a:lnTo>
                <a:lnTo>
                  <a:pt x="0" y="14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3523" y="9309202"/>
            <a:ext cx="3931109" cy="1436642"/>
          </a:xfrm>
          <a:custGeom>
            <a:avLst/>
            <a:gdLst/>
            <a:ahLst/>
            <a:cxnLst/>
            <a:rect r="r" b="b" t="t" l="l"/>
            <a:pathLst>
              <a:path h="1436642" w="3931109">
                <a:moveTo>
                  <a:pt x="0" y="0"/>
                </a:moveTo>
                <a:lnTo>
                  <a:pt x="3931109" y="0"/>
                </a:lnTo>
                <a:lnTo>
                  <a:pt x="3931109" y="1436642"/>
                </a:lnTo>
                <a:lnTo>
                  <a:pt x="0" y="143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5805" y="7733864"/>
            <a:ext cx="3792914" cy="3792914"/>
          </a:xfrm>
          <a:custGeom>
            <a:avLst/>
            <a:gdLst/>
            <a:ahLst/>
            <a:cxnLst/>
            <a:rect r="r" b="b" t="t" l="l"/>
            <a:pathLst>
              <a:path h="3792914" w="3792914">
                <a:moveTo>
                  <a:pt x="0" y="0"/>
                </a:moveTo>
                <a:lnTo>
                  <a:pt x="3792914" y="0"/>
                </a:lnTo>
                <a:lnTo>
                  <a:pt x="3792914" y="3792915"/>
                </a:lnTo>
                <a:lnTo>
                  <a:pt x="0" y="3792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3361" y="8188295"/>
            <a:ext cx="4381849" cy="2884054"/>
          </a:xfrm>
          <a:custGeom>
            <a:avLst/>
            <a:gdLst/>
            <a:ahLst/>
            <a:cxnLst/>
            <a:rect r="r" b="b" t="t" l="l"/>
            <a:pathLst>
              <a:path h="2884054" w="4381849">
                <a:moveTo>
                  <a:pt x="0" y="0"/>
                </a:moveTo>
                <a:lnTo>
                  <a:pt x="4381849" y="0"/>
                </a:lnTo>
                <a:lnTo>
                  <a:pt x="4381849" y="2884053"/>
                </a:lnTo>
                <a:lnTo>
                  <a:pt x="0" y="2884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58553" y="-1210108"/>
            <a:ext cx="3612766" cy="3612766"/>
          </a:xfrm>
          <a:custGeom>
            <a:avLst/>
            <a:gdLst/>
            <a:ahLst/>
            <a:cxnLst/>
            <a:rect r="r" b="b" t="t" l="l"/>
            <a:pathLst>
              <a:path h="3612766" w="3612766">
                <a:moveTo>
                  <a:pt x="0" y="0"/>
                </a:moveTo>
                <a:lnTo>
                  <a:pt x="3612766" y="0"/>
                </a:lnTo>
                <a:lnTo>
                  <a:pt x="3612766" y="3612766"/>
                </a:lnTo>
                <a:lnTo>
                  <a:pt x="0" y="361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146586" y="-845752"/>
            <a:ext cx="4381849" cy="2884054"/>
          </a:xfrm>
          <a:custGeom>
            <a:avLst/>
            <a:gdLst/>
            <a:ahLst/>
            <a:cxnLst/>
            <a:rect r="r" b="b" t="t" l="l"/>
            <a:pathLst>
              <a:path h="2884054" w="4381849">
                <a:moveTo>
                  <a:pt x="0" y="2884054"/>
                </a:moveTo>
                <a:lnTo>
                  <a:pt x="4381849" y="2884054"/>
                </a:lnTo>
                <a:lnTo>
                  <a:pt x="4381849" y="0"/>
                </a:lnTo>
                <a:lnTo>
                  <a:pt x="0" y="0"/>
                </a:lnTo>
                <a:lnTo>
                  <a:pt x="0" y="288405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54307" y="1805352"/>
            <a:ext cx="8721894" cy="4088388"/>
          </a:xfrm>
          <a:custGeom>
            <a:avLst/>
            <a:gdLst/>
            <a:ahLst/>
            <a:cxnLst/>
            <a:rect r="r" b="b" t="t" l="l"/>
            <a:pathLst>
              <a:path h="4088388" w="8721894">
                <a:moveTo>
                  <a:pt x="0" y="0"/>
                </a:moveTo>
                <a:lnTo>
                  <a:pt x="8721894" y="0"/>
                </a:lnTo>
                <a:lnTo>
                  <a:pt x="8721894" y="4088388"/>
                </a:lnTo>
                <a:lnTo>
                  <a:pt x="0" y="40883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30849" y="6132837"/>
            <a:ext cx="9231474" cy="4154163"/>
          </a:xfrm>
          <a:custGeom>
            <a:avLst/>
            <a:gdLst/>
            <a:ahLst/>
            <a:cxnLst/>
            <a:rect r="r" b="b" t="t" l="l"/>
            <a:pathLst>
              <a:path h="4154163" w="9231474">
                <a:moveTo>
                  <a:pt x="0" y="0"/>
                </a:moveTo>
                <a:lnTo>
                  <a:pt x="9231474" y="0"/>
                </a:lnTo>
                <a:lnTo>
                  <a:pt x="9231474" y="4154163"/>
                </a:lnTo>
                <a:lnTo>
                  <a:pt x="0" y="41541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0106" y="629261"/>
            <a:ext cx="6155132" cy="188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2"/>
              </a:lnSpc>
            </a:pPr>
            <a:r>
              <a:rPr lang="en-US" sz="5423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FUNCTIONAL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305" y="3440430"/>
            <a:ext cx="6952823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 Registration &amp; Login: Secure authentication.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Report Upload: Upload medical reports.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eport Translation: Translate into multiple languages.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Feedback Sub</a:t>
            </a: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mission: Provide feedback.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Secure Messaging: Share reports safely with doctors.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151" y="-187007"/>
            <a:ext cx="4499059" cy="4499059"/>
          </a:xfrm>
          <a:custGeom>
            <a:avLst/>
            <a:gdLst/>
            <a:ahLst/>
            <a:cxnLst/>
            <a:rect r="r" b="b" t="t" l="l"/>
            <a:pathLst>
              <a:path h="4499059" w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34920" y="-1442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50779" y="1422829"/>
            <a:ext cx="11373215" cy="7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6"/>
              </a:lnSpc>
            </a:pPr>
            <a:r>
              <a:rPr lang="en-US" sz="419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NON-FUNCTIONAL REQUIREMENTS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89913" y="2945882"/>
            <a:ext cx="11108174" cy="477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2002" indent="-421001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system performance.</a:t>
            </a:r>
          </a:p>
          <a:p>
            <a:pPr algn="just" marL="842002" indent="-421001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ecure authentication and authorization.</a:t>
            </a:r>
          </a:p>
          <a:p>
            <a:pPr algn="just" marL="842002" indent="-421001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privacy and confidentiality.</a:t>
            </a:r>
          </a:p>
          <a:p>
            <a:pPr algn="just" marL="842002" indent="-421001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Easy n</a:t>
            </a: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avigation and usability.</a:t>
            </a:r>
          </a:p>
          <a:p>
            <a:pPr algn="just" marL="842002" indent="-421001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Scal</a:t>
            </a: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ability for future features.</a:t>
            </a:r>
          </a:p>
          <a:p>
            <a:pPr algn="just" marL="842002" indent="-421001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Browser and device compatibility.</a:t>
            </a:r>
          </a:p>
          <a:p>
            <a:pPr algn="just">
              <a:lnSpc>
                <a:spcPts val="54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374793" y="9784080"/>
            <a:ext cx="7315200" cy="1005840"/>
          </a:xfrm>
          <a:custGeom>
            <a:avLst/>
            <a:gdLst/>
            <a:ahLst/>
            <a:cxnLst/>
            <a:rect r="r" b="b" t="t" l="l"/>
            <a:pathLst>
              <a:path h="1005840" w="731520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9784080"/>
            <a:ext cx="7315200" cy="1005840"/>
          </a:xfrm>
          <a:custGeom>
            <a:avLst/>
            <a:gdLst/>
            <a:ahLst/>
            <a:cxnLst/>
            <a:rect r="r" b="b" t="t" l="l"/>
            <a:pathLst>
              <a:path h="1005840" w="731520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401993" y="9784080"/>
            <a:ext cx="7315200" cy="1005840"/>
          </a:xfrm>
          <a:custGeom>
            <a:avLst/>
            <a:gdLst/>
            <a:ahLst/>
            <a:cxnLst/>
            <a:rect r="r" b="b" t="t" l="l"/>
            <a:pathLst>
              <a:path h="1005840" w="731520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9534" y="-214684"/>
            <a:ext cx="4084018" cy="3242037"/>
          </a:xfrm>
          <a:custGeom>
            <a:avLst/>
            <a:gdLst/>
            <a:ahLst/>
            <a:cxnLst/>
            <a:rect r="r" b="b" t="t" l="l"/>
            <a:pathLst>
              <a:path h="3242037" w="4084018">
                <a:moveTo>
                  <a:pt x="0" y="0"/>
                </a:moveTo>
                <a:lnTo>
                  <a:pt x="4084018" y="0"/>
                </a:lnTo>
                <a:lnTo>
                  <a:pt x="4084018" y="3242037"/>
                </a:lnTo>
                <a:lnTo>
                  <a:pt x="0" y="3242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9789" y="5776553"/>
            <a:ext cx="7283827" cy="7283827"/>
          </a:xfrm>
          <a:custGeom>
            <a:avLst/>
            <a:gdLst/>
            <a:ahLst/>
            <a:cxnLst/>
            <a:rect r="r" b="b" t="t" l="l"/>
            <a:pathLst>
              <a:path h="7283827" w="7283827">
                <a:moveTo>
                  <a:pt x="0" y="0"/>
                </a:moveTo>
                <a:lnTo>
                  <a:pt x="7283827" y="0"/>
                </a:lnTo>
                <a:lnTo>
                  <a:pt x="7283827" y="7283827"/>
                </a:lnTo>
                <a:lnTo>
                  <a:pt x="0" y="7283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34735" y="651938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78126" y="-1449036"/>
            <a:ext cx="3219396" cy="6462292"/>
          </a:xfrm>
          <a:custGeom>
            <a:avLst/>
            <a:gdLst/>
            <a:ahLst/>
            <a:cxnLst/>
            <a:rect r="r" b="b" t="t" l="l"/>
            <a:pathLst>
              <a:path h="6462292" w="3219396">
                <a:moveTo>
                  <a:pt x="0" y="0"/>
                </a:moveTo>
                <a:lnTo>
                  <a:pt x="3219396" y="0"/>
                </a:lnTo>
                <a:lnTo>
                  <a:pt x="3219396" y="6462292"/>
                </a:lnTo>
                <a:lnTo>
                  <a:pt x="0" y="64622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09254" y="1237096"/>
            <a:ext cx="10374299" cy="4383141"/>
          </a:xfrm>
          <a:custGeom>
            <a:avLst/>
            <a:gdLst/>
            <a:ahLst/>
            <a:cxnLst/>
            <a:rect r="r" b="b" t="t" l="l"/>
            <a:pathLst>
              <a:path h="4383141" w="10374299">
                <a:moveTo>
                  <a:pt x="0" y="0"/>
                </a:moveTo>
                <a:lnTo>
                  <a:pt x="10374298" y="0"/>
                </a:lnTo>
                <a:lnTo>
                  <a:pt x="10374298" y="4383142"/>
                </a:lnTo>
                <a:lnTo>
                  <a:pt x="0" y="4383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09254" y="5620238"/>
            <a:ext cx="10178746" cy="4135116"/>
          </a:xfrm>
          <a:custGeom>
            <a:avLst/>
            <a:gdLst/>
            <a:ahLst/>
            <a:cxnLst/>
            <a:rect r="r" b="b" t="t" l="l"/>
            <a:pathLst>
              <a:path h="4135116" w="10178746">
                <a:moveTo>
                  <a:pt x="0" y="0"/>
                </a:moveTo>
                <a:lnTo>
                  <a:pt x="10178746" y="0"/>
                </a:lnTo>
                <a:lnTo>
                  <a:pt x="10178746" y="4135115"/>
                </a:lnTo>
                <a:lnTo>
                  <a:pt x="0" y="41351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97882" y="235903"/>
            <a:ext cx="8830225" cy="79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USER REQUIREMENTS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9436" y="3497009"/>
            <a:ext cx="6281858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Patients: Upload, view, and translate reports.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Doctors: Access patient reports and translations.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29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dmin: Manage users, reports, and feedback.</a:t>
            </a: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151" y="-187007"/>
            <a:ext cx="4499059" cy="4499059"/>
          </a:xfrm>
          <a:custGeom>
            <a:avLst/>
            <a:gdLst/>
            <a:ahLst/>
            <a:cxnLst/>
            <a:rect r="r" b="b" t="t" l="l"/>
            <a:pathLst>
              <a:path h="4499059" w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34920" y="-1442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4793" y="9784080"/>
            <a:ext cx="7315200" cy="1005840"/>
          </a:xfrm>
          <a:custGeom>
            <a:avLst/>
            <a:gdLst/>
            <a:ahLst/>
            <a:cxnLst/>
            <a:rect r="r" b="b" t="t" l="l"/>
            <a:pathLst>
              <a:path h="1005840" w="731520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784080"/>
            <a:ext cx="7315200" cy="1005840"/>
          </a:xfrm>
          <a:custGeom>
            <a:avLst/>
            <a:gdLst/>
            <a:ahLst/>
            <a:cxnLst/>
            <a:rect r="r" b="b" t="t" l="l"/>
            <a:pathLst>
              <a:path h="1005840" w="731520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01993" y="9784080"/>
            <a:ext cx="7315200" cy="1005840"/>
          </a:xfrm>
          <a:custGeom>
            <a:avLst/>
            <a:gdLst/>
            <a:ahLst/>
            <a:cxnLst/>
            <a:rect r="r" b="b" t="t" l="l"/>
            <a:pathLst>
              <a:path h="1005840" w="731520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86124" y="2881776"/>
            <a:ext cx="11301876" cy="5283627"/>
          </a:xfrm>
          <a:custGeom>
            <a:avLst/>
            <a:gdLst/>
            <a:ahLst/>
            <a:cxnLst/>
            <a:rect r="r" b="b" t="t" l="l"/>
            <a:pathLst>
              <a:path h="5283627" w="11301876">
                <a:moveTo>
                  <a:pt x="0" y="0"/>
                </a:moveTo>
                <a:lnTo>
                  <a:pt x="11301876" y="0"/>
                </a:lnTo>
                <a:lnTo>
                  <a:pt x="11301876" y="5283627"/>
                </a:lnTo>
                <a:lnTo>
                  <a:pt x="0" y="528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423" y="3896584"/>
            <a:ext cx="6777572" cy="426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05" indent="-374253" lvl="1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View all users and uploaded reports.</a:t>
            </a:r>
          </a:p>
          <a:p>
            <a:pPr algn="just" marL="748505" indent="-374253" lvl="1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Approve, delete, or manage re</a:t>
            </a:r>
            <a:r>
              <a:rPr lang="en-US" sz="346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ports.</a:t>
            </a:r>
          </a:p>
          <a:p>
            <a:pPr algn="just" marL="748505" indent="-374253" lvl="1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 and respond to feedback.</a:t>
            </a:r>
          </a:p>
          <a:p>
            <a:pPr algn="just">
              <a:lnSpc>
                <a:spcPts val="485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566956" y="722450"/>
            <a:ext cx="7449895" cy="117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5"/>
              </a:lnSpc>
            </a:pPr>
            <a:r>
              <a:rPr lang="en-US" sz="688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Admin Panel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65230" y="927840"/>
            <a:ext cx="8330460" cy="8330460"/>
          </a:xfrm>
          <a:custGeom>
            <a:avLst/>
            <a:gdLst/>
            <a:ahLst/>
            <a:cxnLst/>
            <a:rect r="r" b="b" t="t" l="l"/>
            <a:pathLst>
              <a:path h="8330460" w="8330460">
                <a:moveTo>
                  <a:pt x="0" y="0"/>
                </a:moveTo>
                <a:lnTo>
                  <a:pt x="8330460" y="0"/>
                </a:lnTo>
                <a:lnTo>
                  <a:pt x="8330460" y="8330460"/>
                </a:lnTo>
                <a:lnTo>
                  <a:pt x="0" y="833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180974" y="3086100"/>
            <a:ext cx="6067399" cy="4114800"/>
          </a:xfrm>
          <a:custGeom>
            <a:avLst/>
            <a:gdLst/>
            <a:ahLst/>
            <a:cxnLst/>
            <a:rect r="r" b="b" t="t" l="l"/>
            <a:pathLst>
              <a:path h="4114800" w="6067399">
                <a:moveTo>
                  <a:pt x="0" y="0"/>
                </a:moveTo>
                <a:lnTo>
                  <a:pt x="6067400" y="0"/>
                </a:lnTo>
                <a:lnTo>
                  <a:pt x="6067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72800" y="-1194005"/>
            <a:ext cx="6961247" cy="2222705"/>
          </a:xfrm>
          <a:custGeom>
            <a:avLst/>
            <a:gdLst/>
            <a:ahLst/>
            <a:cxnLst/>
            <a:rect r="r" b="b" t="t" l="l"/>
            <a:pathLst>
              <a:path h="2222705" w="6961247">
                <a:moveTo>
                  <a:pt x="0" y="0"/>
                </a:moveTo>
                <a:lnTo>
                  <a:pt x="6961247" y="0"/>
                </a:lnTo>
                <a:lnTo>
                  <a:pt x="6961247" y="2222705"/>
                </a:lnTo>
                <a:lnTo>
                  <a:pt x="0" y="22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37506" y="2003817"/>
            <a:ext cx="9772751" cy="4360023"/>
          </a:xfrm>
          <a:custGeom>
            <a:avLst/>
            <a:gdLst/>
            <a:ahLst/>
            <a:cxnLst/>
            <a:rect r="r" b="b" t="t" l="l"/>
            <a:pathLst>
              <a:path h="4360023" w="9772751">
                <a:moveTo>
                  <a:pt x="0" y="0"/>
                </a:moveTo>
                <a:lnTo>
                  <a:pt x="9772751" y="0"/>
                </a:lnTo>
                <a:lnTo>
                  <a:pt x="9772751" y="4360022"/>
                </a:lnTo>
                <a:lnTo>
                  <a:pt x="0" y="43600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30" t="-3504" r="-323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33994" y="6382661"/>
            <a:ext cx="8464692" cy="3904339"/>
          </a:xfrm>
          <a:custGeom>
            <a:avLst/>
            <a:gdLst/>
            <a:ahLst/>
            <a:cxnLst/>
            <a:rect r="r" b="b" t="t" l="l"/>
            <a:pathLst>
              <a:path h="3904339" w="8464692">
                <a:moveTo>
                  <a:pt x="0" y="0"/>
                </a:moveTo>
                <a:lnTo>
                  <a:pt x="8464691" y="0"/>
                </a:lnTo>
                <a:lnTo>
                  <a:pt x="8464691" y="3904339"/>
                </a:lnTo>
                <a:lnTo>
                  <a:pt x="0" y="39043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09720" y="703289"/>
            <a:ext cx="9655572" cy="9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2"/>
              </a:lnSpc>
              <a:spcBef>
                <a:spcPct val="0"/>
              </a:spcBef>
            </a:pPr>
            <a:r>
              <a:rPr lang="en-US" sz="5423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D</a:t>
            </a:r>
            <a:r>
              <a:rPr lang="en-US" sz="5423">
                <a:solidFill>
                  <a:srgbClr val="000000"/>
                </a:solidFill>
                <a:latin typeface="Candal"/>
                <a:ea typeface="Candal"/>
                <a:cs typeface="Candal"/>
                <a:sym typeface="Candal"/>
              </a:rPr>
              <a:t>atabase &amp; Connectivity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33994" y="2208680"/>
            <a:ext cx="5781255" cy="37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Database in PHPMyAdmin.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Tables: Users, Reports, Feedback, Messages.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</a:t>
            </a: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end: PHP handles data storage and retrieval.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Ensures real-time data access.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65230" y="927840"/>
            <a:ext cx="8330460" cy="8330460"/>
          </a:xfrm>
          <a:custGeom>
            <a:avLst/>
            <a:gdLst/>
            <a:ahLst/>
            <a:cxnLst/>
            <a:rect r="r" b="b" t="t" l="l"/>
            <a:pathLst>
              <a:path h="8330460" w="8330460">
                <a:moveTo>
                  <a:pt x="0" y="0"/>
                </a:moveTo>
                <a:lnTo>
                  <a:pt x="8330460" y="0"/>
                </a:lnTo>
                <a:lnTo>
                  <a:pt x="8330460" y="8330460"/>
                </a:lnTo>
                <a:lnTo>
                  <a:pt x="0" y="833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2180974" y="3086100"/>
            <a:ext cx="6067399" cy="4114800"/>
          </a:xfrm>
          <a:custGeom>
            <a:avLst/>
            <a:gdLst/>
            <a:ahLst/>
            <a:cxnLst/>
            <a:rect r="r" b="b" t="t" l="l"/>
            <a:pathLst>
              <a:path h="4114800" w="6067399">
                <a:moveTo>
                  <a:pt x="0" y="0"/>
                </a:moveTo>
                <a:lnTo>
                  <a:pt x="6067400" y="0"/>
                </a:lnTo>
                <a:lnTo>
                  <a:pt x="6067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2316199" y="4469918"/>
            <a:ext cx="8657653" cy="3667697"/>
          </a:xfrm>
          <a:custGeom>
            <a:avLst/>
            <a:gdLst/>
            <a:ahLst/>
            <a:cxnLst/>
            <a:rect r="r" b="b" t="t" l="l"/>
            <a:pathLst>
              <a:path h="3667697" w="8657653">
                <a:moveTo>
                  <a:pt x="0" y="0"/>
                </a:moveTo>
                <a:lnTo>
                  <a:pt x="8657653" y="0"/>
                </a:lnTo>
                <a:lnTo>
                  <a:pt x="8657653" y="3667696"/>
                </a:lnTo>
                <a:lnTo>
                  <a:pt x="0" y="3667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2800" y="-1194005"/>
            <a:ext cx="6961247" cy="2222705"/>
          </a:xfrm>
          <a:custGeom>
            <a:avLst/>
            <a:gdLst/>
            <a:ahLst/>
            <a:cxnLst/>
            <a:rect r="r" b="b" t="t" l="l"/>
            <a:pathLst>
              <a:path h="2222705" w="6961247">
                <a:moveTo>
                  <a:pt x="0" y="0"/>
                </a:moveTo>
                <a:lnTo>
                  <a:pt x="6961247" y="0"/>
                </a:lnTo>
                <a:lnTo>
                  <a:pt x="6961247" y="2222705"/>
                </a:lnTo>
                <a:lnTo>
                  <a:pt x="0" y="2222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99692" y="1445724"/>
            <a:ext cx="1225373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72951" y="3404192"/>
            <a:ext cx="10441363" cy="634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30" indent="-388565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Multilingual Medical Report System improves healthcare com</a:t>
            </a: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munication</a:t>
            </a:r>
          </a:p>
          <a:p>
            <a:pPr algn="l" marL="777130" indent="-388565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Reduces language barriers between doctors and patients</a:t>
            </a:r>
          </a:p>
          <a:p>
            <a:pPr algn="l" marL="777130" indent="-388565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Helps patients understand medical reports easily</a:t>
            </a:r>
          </a:p>
          <a:p>
            <a:pPr algn="l" marL="777130" indent="-388565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</a:t>
            </a: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secure and efficient medical data management</a:t>
            </a:r>
          </a:p>
          <a:p>
            <a:pPr algn="l" marL="777130" indent="-388565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Suitabl</a:t>
            </a:r>
            <a:r>
              <a:rPr lang="en-US" sz="3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for modern web-based healthcare systems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2110" y="5181110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4929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48490" y="-2973269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29559" y="3972187"/>
            <a:ext cx="11766040" cy="194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6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36144" y="-195501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171741" y="6177516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5233" y="8131414"/>
            <a:ext cx="7315200" cy="1923288"/>
          </a:xfrm>
          <a:custGeom>
            <a:avLst/>
            <a:gdLst/>
            <a:ahLst/>
            <a:cxnLst/>
            <a:rect r="r" b="b" t="t" l="l"/>
            <a:pathLst>
              <a:path h="1923288" w="7315200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8211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7352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DAG85NNGF-w</dc:identifier>
  <dcterms:modified xsi:type="dcterms:W3CDTF">2011-08-01T06:04:30Z</dcterms:modified>
  <cp:revision>1</cp:revision>
  <dc:title>Beige Blue Simple Geometric Research Project Presentation</dc:title>
</cp:coreProperties>
</file>